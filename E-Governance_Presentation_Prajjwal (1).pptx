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9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1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1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2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4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1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2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0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8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99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52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97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87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4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6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5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2925-EC58-E08A-F992-4F438BE3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E-Governance : Digital Government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CD5F4-CFF6-E3C0-EF30-4A46874C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Presented by: Prajwal Raj </a:t>
            </a:r>
            <a:r>
              <a:rPr lang="en-US" dirty="0" err="1"/>
              <a:t>Sangorula</a:t>
            </a:r>
            <a:r>
              <a:rPr lang="en-US" dirty="0"/>
              <a:t> </a:t>
            </a:r>
          </a:p>
          <a:p>
            <a:r>
              <a:rPr lang="en-US" dirty="0"/>
              <a:t>Class:12</a:t>
            </a:r>
          </a:p>
          <a:p>
            <a:r>
              <a:rPr lang="en-US" dirty="0"/>
              <a:t>Section : E</a:t>
            </a:r>
          </a:p>
        </p:txBody>
      </p:sp>
    </p:spTree>
    <p:extLst>
      <p:ext uri="{BB962C8B-B14F-4D97-AF65-F5344CB8AC3E}">
        <p14:creationId xmlns:p14="http://schemas.microsoft.com/office/powerpoint/2010/main" val="188781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E‑Governance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42265"/>
            <a:ext cx="6571343" cy="3450613"/>
          </a:xfrm>
        </p:spPr>
        <p:txBody>
          <a:bodyPr/>
          <a:lstStyle/>
          <a:p>
            <a:r>
              <a:rPr dirty="0"/>
              <a:t>- Use of digital tools to deliver government services</a:t>
            </a:r>
            <a:endParaRPr lang="en-US" dirty="0"/>
          </a:p>
          <a:p>
            <a:r>
              <a:rPr lang="en-US" dirty="0"/>
              <a:t>-Services provided through websites, apps, and online systems</a:t>
            </a:r>
            <a:endParaRPr dirty="0"/>
          </a:p>
          <a:p>
            <a:r>
              <a:rPr dirty="0"/>
              <a:t>- Makes services faster &amp; more transparent</a:t>
            </a:r>
          </a:p>
          <a:p>
            <a:r>
              <a:rPr dirty="0"/>
              <a:t>- Example: Paying bills online</a:t>
            </a:r>
          </a:p>
        </p:txBody>
      </p:sp>
      <p:pic>
        <p:nvPicPr>
          <p:cNvPr id="6" name="Picture 5" descr="A computer and mobile devices&#10;&#10;AI-generated content may be incorrect.">
            <a:extLst>
              <a:ext uri="{FF2B5EF4-FFF2-40B4-BE49-F238E27FC236}">
                <a16:creationId xmlns:a16="http://schemas.microsoft.com/office/drawing/2014/main" id="{41A97EC5-19D9-062A-E36C-4A0F772FD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023" y="4128877"/>
            <a:ext cx="2748763" cy="2634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E‑Governance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983" y="2223322"/>
            <a:ext cx="6345260" cy="3530599"/>
          </a:xfrm>
        </p:spPr>
        <p:txBody>
          <a:bodyPr/>
          <a:lstStyle/>
          <a:p>
            <a:r>
              <a:rPr dirty="0"/>
              <a:t>- Saves time and money</a:t>
            </a:r>
          </a:p>
          <a:p>
            <a:r>
              <a:rPr dirty="0"/>
              <a:t>- Reduces queues</a:t>
            </a:r>
          </a:p>
          <a:p>
            <a:r>
              <a:rPr dirty="0"/>
              <a:t>- Reduces corruption</a:t>
            </a:r>
          </a:p>
          <a:p>
            <a:r>
              <a:rPr dirty="0"/>
              <a:t>- Services available anytime</a:t>
            </a:r>
          </a:p>
          <a:p>
            <a:r>
              <a:rPr dirty="0"/>
              <a:t>- Improves trust in government</a:t>
            </a:r>
          </a:p>
        </p:txBody>
      </p:sp>
      <p:pic>
        <p:nvPicPr>
          <p:cNvPr id="5" name="Picture 4" descr="A diagram of a company's company's company's company's company's company's company's company's company's company's company's company'&#10;&#10;AI-generated content may be incorrect.">
            <a:extLst>
              <a:ext uri="{FF2B5EF4-FFF2-40B4-BE49-F238E27FC236}">
                <a16:creationId xmlns:a16="http://schemas.microsoft.com/office/drawing/2014/main" id="{E5301895-3312-5700-E9A8-20EA20EA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712" y="2223322"/>
            <a:ext cx="2709570" cy="250312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 of E‑Governance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977" y="2400302"/>
            <a:ext cx="6345260" cy="3530599"/>
          </a:xfrm>
        </p:spPr>
        <p:txBody>
          <a:bodyPr/>
          <a:lstStyle/>
          <a:p>
            <a:r>
              <a:rPr dirty="0"/>
              <a:t>- Faster service delivery</a:t>
            </a:r>
          </a:p>
          <a:p>
            <a:r>
              <a:rPr dirty="0"/>
              <a:t>- Less paperwork</a:t>
            </a:r>
          </a:p>
          <a:p>
            <a:r>
              <a:rPr dirty="0"/>
              <a:t>- High transparency</a:t>
            </a:r>
          </a:p>
          <a:p>
            <a:r>
              <a:rPr dirty="0"/>
              <a:t>- Easy access for citizens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E‑Governance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641" y="2896421"/>
            <a:ext cx="6345260" cy="3530599"/>
          </a:xfrm>
        </p:spPr>
        <p:txBody>
          <a:bodyPr/>
          <a:lstStyle/>
          <a:p>
            <a:r>
              <a:rPr dirty="0"/>
              <a:t>- G2C – Govt to Citizens</a:t>
            </a:r>
          </a:p>
          <a:p>
            <a:r>
              <a:rPr dirty="0"/>
              <a:t>- G2B – Govt to Business</a:t>
            </a:r>
          </a:p>
          <a:p>
            <a:r>
              <a:rPr dirty="0"/>
              <a:t>- G2G – Dept to Dept</a:t>
            </a:r>
          </a:p>
          <a:p>
            <a:r>
              <a:rPr dirty="0"/>
              <a:t>- G2E – Govt to Employees</a:t>
            </a:r>
          </a:p>
        </p:txBody>
      </p:sp>
      <p:pic>
        <p:nvPicPr>
          <p:cNvPr id="8" name="Picture 7" descr="A diagram of government and government text&#10;&#10;AI-generated content may be incorrect.">
            <a:extLst>
              <a:ext uri="{FF2B5EF4-FFF2-40B4-BE49-F238E27FC236}">
                <a16:creationId xmlns:a16="http://schemas.microsoft.com/office/drawing/2014/main" id="{46876B7E-3243-00A9-6AB8-10A938C54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78434"/>
            <a:ext cx="3745875" cy="2383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Used in E‑Governance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682" y="2617843"/>
            <a:ext cx="6345260" cy="3530599"/>
          </a:xfrm>
        </p:spPr>
        <p:txBody>
          <a:bodyPr/>
          <a:lstStyle/>
          <a:p>
            <a:r>
              <a:rPr dirty="0"/>
              <a:t>- Internet</a:t>
            </a:r>
          </a:p>
          <a:p>
            <a:r>
              <a:rPr dirty="0"/>
              <a:t>- Websites &amp; Mobile Apps</a:t>
            </a:r>
          </a:p>
          <a:p>
            <a:r>
              <a:rPr dirty="0"/>
              <a:t>- Cloud Computing</a:t>
            </a:r>
          </a:p>
          <a:p>
            <a:r>
              <a:rPr dirty="0"/>
              <a:t>- Biometrics &amp; Digital Signatures</a:t>
            </a:r>
          </a:p>
        </p:txBody>
      </p:sp>
      <p:pic>
        <p:nvPicPr>
          <p:cNvPr id="5" name="Picture 4" descr="A hand holding a phone&#10;&#10;AI-generated content may be incorrect.">
            <a:extLst>
              <a:ext uri="{FF2B5EF4-FFF2-40B4-BE49-F238E27FC236}">
                <a16:creationId xmlns:a16="http://schemas.microsoft.com/office/drawing/2014/main" id="{CE143E13-B708-BBA1-6366-0C8402A0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17843"/>
            <a:ext cx="3895312" cy="225363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E‑Governance in Nepal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Nagarik App</a:t>
            </a:r>
          </a:p>
          <a:p>
            <a:r>
              <a:rPr dirty="0"/>
              <a:t>- Online Tax Payment</a:t>
            </a:r>
          </a:p>
          <a:p>
            <a:r>
              <a:rPr dirty="0"/>
              <a:t>- Passport &amp; License Services</a:t>
            </a:r>
          </a:p>
          <a:p>
            <a:r>
              <a:rPr dirty="0"/>
              <a:t>- Citizenship/ID Status Check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Online Voter Registration in Nepal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National ID holders can now register online</a:t>
            </a:r>
          </a:p>
          <a:p>
            <a:r>
              <a:rPr dirty="0"/>
              <a:t>- Biometric data automatically matched</a:t>
            </a:r>
          </a:p>
          <a:p>
            <a:r>
              <a:rPr dirty="0"/>
              <a:t>- No need for office visits</a:t>
            </a:r>
            <a:endParaRPr lang="en-US" dirty="0"/>
          </a:p>
          <a:p>
            <a:r>
              <a:rPr lang="en-US" dirty="0"/>
              <a:t>- Around 4 lakh new registrations in recent update</a:t>
            </a:r>
          </a:p>
          <a:p>
            <a:endParaRPr dirty="0"/>
          </a:p>
        </p:txBody>
      </p:sp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266FFC0C-57BA-D09A-CD7E-2D91037DD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061" y="4254500"/>
            <a:ext cx="4138019" cy="2248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E‑Governance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Better access</a:t>
            </a:r>
          </a:p>
          <a:p>
            <a:r>
              <a:rPr dirty="0"/>
              <a:t>- Saves travel &amp; time</a:t>
            </a:r>
          </a:p>
          <a:p>
            <a:r>
              <a:rPr dirty="0"/>
              <a:t>- Fewer errors</a:t>
            </a:r>
          </a:p>
          <a:p>
            <a:r>
              <a:rPr dirty="0"/>
              <a:t>- Reduces corruption</a:t>
            </a:r>
          </a:p>
          <a:p>
            <a:r>
              <a:rPr dirty="0"/>
              <a:t>- Helps economy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of E‑Governance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Poor internet in rural areas</a:t>
            </a:r>
          </a:p>
          <a:p>
            <a:r>
              <a:rPr dirty="0"/>
              <a:t>- Digital illiteracy</a:t>
            </a:r>
          </a:p>
          <a:p>
            <a:r>
              <a:rPr dirty="0"/>
              <a:t>- Technical issues</a:t>
            </a:r>
          </a:p>
          <a:p>
            <a:r>
              <a:rPr dirty="0"/>
              <a:t>- Cybersecurity risks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better networks and awareness, Nepal can overcome these challenges.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71176"/>
            <a:ext cx="6345260" cy="3530599"/>
          </a:xfrm>
        </p:spPr>
        <p:txBody>
          <a:bodyPr/>
          <a:lstStyle/>
          <a:p>
            <a:r>
              <a:rPr dirty="0"/>
              <a:t>- E‑Governance = Faster, simpler, transparent services</a:t>
            </a:r>
          </a:p>
          <a:p>
            <a:r>
              <a:rPr dirty="0"/>
              <a:t>- Supports Digital Nepal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875</TotalTime>
  <Words>277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 Boardroom</vt:lpstr>
      <vt:lpstr>E-Governance : Digital Government Service</vt:lpstr>
      <vt:lpstr>What is E‑Governance?</vt:lpstr>
      <vt:lpstr>Why E‑Governance Matters</vt:lpstr>
      <vt:lpstr>Objectives of E‑Governance</vt:lpstr>
      <vt:lpstr>Types of E‑Governance</vt:lpstr>
      <vt:lpstr>Tools Used in E‑Governance</vt:lpstr>
      <vt:lpstr>E‑Governance in Nepal</vt:lpstr>
      <vt:lpstr>Online Voter Registration in Nepal</vt:lpstr>
      <vt:lpstr>Advantages of E‑Governance</vt:lpstr>
      <vt:lpstr>Challenges of E‑Governance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Prajjwal Sangroula</cp:lastModifiedBy>
  <cp:revision>9</cp:revision>
  <dcterms:created xsi:type="dcterms:W3CDTF">2013-01-27T09:14:16Z</dcterms:created>
  <dcterms:modified xsi:type="dcterms:W3CDTF">2025-12-15T15:03:15Z</dcterms:modified>
  <cp:category/>
</cp:coreProperties>
</file>